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3"/>
    <p:restoredTop sz="94643"/>
  </p:normalViewPr>
  <p:slideViewPr>
    <p:cSldViewPr snapToGrid="0" snapToObjects="1">
      <p:cViewPr varScale="1">
        <p:scale>
          <a:sx n="90" d="100"/>
          <a:sy n="90" d="100"/>
        </p:scale>
        <p:origin x="224" y="3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AB85B-6169-844F-92C2-A51E91510B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4FE962-D1C4-134F-82E0-A94A4826DF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0174B9E-C614-0B47-9828-B29862BBD99D}"/>
              </a:ext>
            </a:extLst>
          </p:cNvPr>
          <p:cNvSpPr>
            <a:spLocks noGrp="1"/>
          </p:cNvSpPr>
          <p:nvPr>
            <p:ph type="dt" sz="half" idx="10"/>
          </p:nvPr>
        </p:nvSpPr>
        <p:spPr/>
        <p:txBody>
          <a:bodyPr/>
          <a:lstStyle/>
          <a:p>
            <a:fld id="{48021603-59BD-8846-A088-9C765FD6318D}" type="datetimeFigureOut">
              <a:rPr lang="en-US" smtClean="0"/>
              <a:t>5/28/26</a:t>
            </a:fld>
            <a:endParaRPr lang="en-US"/>
          </a:p>
        </p:txBody>
      </p:sp>
      <p:sp>
        <p:nvSpPr>
          <p:cNvPr id="5" name="Footer Placeholder 4">
            <a:extLst>
              <a:ext uri="{FF2B5EF4-FFF2-40B4-BE49-F238E27FC236}">
                <a16:creationId xmlns:a16="http://schemas.microsoft.com/office/drawing/2014/main" id="{07897BCF-4D9C-B845-9EAE-3CDD82687F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2E501D-70FC-E240-A04D-244F3470A456}"/>
              </a:ext>
            </a:extLst>
          </p:cNvPr>
          <p:cNvSpPr>
            <a:spLocks noGrp="1"/>
          </p:cNvSpPr>
          <p:nvPr>
            <p:ph type="sldNum" sz="quarter" idx="12"/>
          </p:nvPr>
        </p:nvSpPr>
        <p:spPr/>
        <p:txBody>
          <a:bodyPr/>
          <a:lstStyle/>
          <a:p>
            <a:fld id="{98D7D0DD-FC68-794D-93D5-F3B7593169A1}" type="slidenum">
              <a:rPr lang="en-US" smtClean="0"/>
              <a:t>‹#›</a:t>
            </a:fld>
            <a:endParaRPr lang="en-US"/>
          </a:p>
        </p:txBody>
      </p:sp>
    </p:spTree>
    <p:extLst>
      <p:ext uri="{BB962C8B-B14F-4D97-AF65-F5344CB8AC3E}">
        <p14:creationId xmlns:p14="http://schemas.microsoft.com/office/powerpoint/2010/main" val="3628715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A0927-C29E-E741-99C3-6D2A8985C3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400121-71B7-D34E-9FEF-48EBEE16324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3049B5-01F8-EE40-82A8-56C61127DEF8}"/>
              </a:ext>
            </a:extLst>
          </p:cNvPr>
          <p:cNvSpPr>
            <a:spLocks noGrp="1"/>
          </p:cNvSpPr>
          <p:nvPr>
            <p:ph type="dt" sz="half" idx="10"/>
          </p:nvPr>
        </p:nvSpPr>
        <p:spPr/>
        <p:txBody>
          <a:bodyPr/>
          <a:lstStyle/>
          <a:p>
            <a:fld id="{48021603-59BD-8846-A088-9C765FD6318D}" type="datetimeFigureOut">
              <a:rPr lang="en-US" smtClean="0"/>
              <a:t>5/28/26</a:t>
            </a:fld>
            <a:endParaRPr lang="en-US"/>
          </a:p>
        </p:txBody>
      </p:sp>
      <p:sp>
        <p:nvSpPr>
          <p:cNvPr id="5" name="Footer Placeholder 4">
            <a:extLst>
              <a:ext uri="{FF2B5EF4-FFF2-40B4-BE49-F238E27FC236}">
                <a16:creationId xmlns:a16="http://schemas.microsoft.com/office/drawing/2014/main" id="{58349543-86F6-D14F-A111-03266B88ED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AC2079-87A4-A347-99D0-6BF034F50CAF}"/>
              </a:ext>
            </a:extLst>
          </p:cNvPr>
          <p:cNvSpPr>
            <a:spLocks noGrp="1"/>
          </p:cNvSpPr>
          <p:nvPr>
            <p:ph type="sldNum" sz="quarter" idx="12"/>
          </p:nvPr>
        </p:nvSpPr>
        <p:spPr/>
        <p:txBody>
          <a:bodyPr/>
          <a:lstStyle/>
          <a:p>
            <a:fld id="{98D7D0DD-FC68-794D-93D5-F3B7593169A1}" type="slidenum">
              <a:rPr lang="en-US" smtClean="0"/>
              <a:t>‹#›</a:t>
            </a:fld>
            <a:endParaRPr lang="en-US"/>
          </a:p>
        </p:txBody>
      </p:sp>
    </p:spTree>
    <p:extLst>
      <p:ext uri="{BB962C8B-B14F-4D97-AF65-F5344CB8AC3E}">
        <p14:creationId xmlns:p14="http://schemas.microsoft.com/office/powerpoint/2010/main" val="3514617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2AA47-CD21-994D-ACD4-1C63976E6A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9645F4-3ED1-4146-A8B8-25821A27EA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A82121F-7E4A-FE44-8287-8F5705737B7B}"/>
              </a:ext>
            </a:extLst>
          </p:cNvPr>
          <p:cNvSpPr>
            <a:spLocks noGrp="1"/>
          </p:cNvSpPr>
          <p:nvPr>
            <p:ph type="dt" sz="half" idx="10"/>
          </p:nvPr>
        </p:nvSpPr>
        <p:spPr/>
        <p:txBody>
          <a:bodyPr/>
          <a:lstStyle/>
          <a:p>
            <a:fld id="{48021603-59BD-8846-A088-9C765FD6318D}" type="datetimeFigureOut">
              <a:rPr lang="en-US" smtClean="0"/>
              <a:t>5/28/26</a:t>
            </a:fld>
            <a:endParaRPr lang="en-US"/>
          </a:p>
        </p:txBody>
      </p:sp>
      <p:sp>
        <p:nvSpPr>
          <p:cNvPr id="5" name="Footer Placeholder 4">
            <a:extLst>
              <a:ext uri="{FF2B5EF4-FFF2-40B4-BE49-F238E27FC236}">
                <a16:creationId xmlns:a16="http://schemas.microsoft.com/office/drawing/2014/main" id="{D4BA078D-6E6B-0E4F-AD30-78AAF2A181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0A28AA-A8B6-D14C-9736-495D30F0C150}"/>
              </a:ext>
            </a:extLst>
          </p:cNvPr>
          <p:cNvSpPr>
            <a:spLocks noGrp="1"/>
          </p:cNvSpPr>
          <p:nvPr>
            <p:ph type="sldNum" sz="quarter" idx="12"/>
          </p:nvPr>
        </p:nvSpPr>
        <p:spPr/>
        <p:txBody>
          <a:bodyPr/>
          <a:lstStyle/>
          <a:p>
            <a:fld id="{98D7D0DD-FC68-794D-93D5-F3B7593169A1}" type="slidenum">
              <a:rPr lang="en-US" smtClean="0"/>
              <a:t>‹#›</a:t>
            </a:fld>
            <a:endParaRPr lang="en-US"/>
          </a:p>
        </p:txBody>
      </p:sp>
    </p:spTree>
    <p:extLst>
      <p:ext uri="{BB962C8B-B14F-4D97-AF65-F5344CB8AC3E}">
        <p14:creationId xmlns:p14="http://schemas.microsoft.com/office/powerpoint/2010/main" val="189606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A2170-1899-EA41-B10B-21276F974A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FA69AB-2983-4542-AB8E-8054E60278C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2CEF07-58B5-0D47-B696-DCBA1A2DEF1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BB23E8-968E-C544-9C9E-85755A7D4166}"/>
              </a:ext>
            </a:extLst>
          </p:cNvPr>
          <p:cNvSpPr>
            <a:spLocks noGrp="1"/>
          </p:cNvSpPr>
          <p:nvPr>
            <p:ph type="dt" sz="half" idx="10"/>
          </p:nvPr>
        </p:nvSpPr>
        <p:spPr/>
        <p:txBody>
          <a:bodyPr/>
          <a:lstStyle/>
          <a:p>
            <a:fld id="{48021603-59BD-8846-A088-9C765FD6318D}" type="datetimeFigureOut">
              <a:rPr lang="en-US" smtClean="0"/>
              <a:t>5/28/26</a:t>
            </a:fld>
            <a:endParaRPr lang="en-US"/>
          </a:p>
        </p:txBody>
      </p:sp>
      <p:sp>
        <p:nvSpPr>
          <p:cNvPr id="6" name="Footer Placeholder 5">
            <a:extLst>
              <a:ext uri="{FF2B5EF4-FFF2-40B4-BE49-F238E27FC236}">
                <a16:creationId xmlns:a16="http://schemas.microsoft.com/office/drawing/2014/main" id="{F31CE777-BE05-004F-AF29-797B32B59B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482DAC-65C7-F54D-8718-761B02344B5F}"/>
              </a:ext>
            </a:extLst>
          </p:cNvPr>
          <p:cNvSpPr>
            <a:spLocks noGrp="1"/>
          </p:cNvSpPr>
          <p:nvPr>
            <p:ph type="sldNum" sz="quarter" idx="12"/>
          </p:nvPr>
        </p:nvSpPr>
        <p:spPr/>
        <p:txBody>
          <a:bodyPr/>
          <a:lstStyle/>
          <a:p>
            <a:fld id="{98D7D0DD-FC68-794D-93D5-F3B7593169A1}" type="slidenum">
              <a:rPr lang="en-US" smtClean="0"/>
              <a:t>‹#›</a:t>
            </a:fld>
            <a:endParaRPr lang="en-US"/>
          </a:p>
        </p:txBody>
      </p:sp>
    </p:spTree>
    <p:extLst>
      <p:ext uri="{BB962C8B-B14F-4D97-AF65-F5344CB8AC3E}">
        <p14:creationId xmlns:p14="http://schemas.microsoft.com/office/powerpoint/2010/main" val="2630877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0E791-60A1-BC40-BACE-11C447B5AF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A9FEAD-9ECD-4C4E-999B-B3CD918CEB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B00ECC-EA1A-304A-B3C8-23B57B89BEB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B1FEC2-10F5-5F41-AB52-3B0571F9D9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595702B-6909-6940-8AB7-9611EB69DBF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10C599-9640-8247-8600-12FDC9BF520A}"/>
              </a:ext>
            </a:extLst>
          </p:cNvPr>
          <p:cNvSpPr>
            <a:spLocks noGrp="1"/>
          </p:cNvSpPr>
          <p:nvPr>
            <p:ph type="dt" sz="half" idx="10"/>
          </p:nvPr>
        </p:nvSpPr>
        <p:spPr/>
        <p:txBody>
          <a:bodyPr/>
          <a:lstStyle/>
          <a:p>
            <a:fld id="{48021603-59BD-8846-A088-9C765FD6318D}" type="datetimeFigureOut">
              <a:rPr lang="en-US" smtClean="0"/>
              <a:t>5/28/26</a:t>
            </a:fld>
            <a:endParaRPr lang="en-US"/>
          </a:p>
        </p:txBody>
      </p:sp>
      <p:sp>
        <p:nvSpPr>
          <p:cNvPr id="8" name="Footer Placeholder 7">
            <a:extLst>
              <a:ext uri="{FF2B5EF4-FFF2-40B4-BE49-F238E27FC236}">
                <a16:creationId xmlns:a16="http://schemas.microsoft.com/office/drawing/2014/main" id="{FDA1AA2A-3A0A-7B46-8AE4-3BAC40FE9E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7F1BC3-10C0-4743-A83B-B4B8A1A42524}"/>
              </a:ext>
            </a:extLst>
          </p:cNvPr>
          <p:cNvSpPr>
            <a:spLocks noGrp="1"/>
          </p:cNvSpPr>
          <p:nvPr>
            <p:ph type="sldNum" sz="quarter" idx="12"/>
          </p:nvPr>
        </p:nvSpPr>
        <p:spPr/>
        <p:txBody>
          <a:bodyPr/>
          <a:lstStyle/>
          <a:p>
            <a:fld id="{98D7D0DD-FC68-794D-93D5-F3B7593169A1}" type="slidenum">
              <a:rPr lang="en-US" smtClean="0"/>
              <a:t>‹#›</a:t>
            </a:fld>
            <a:endParaRPr lang="en-US"/>
          </a:p>
        </p:txBody>
      </p:sp>
    </p:spTree>
    <p:extLst>
      <p:ext uri="{BB962C8B-B14F-4D97-AF65-F5344CB8AC3E}">
        <p14:creationId xmlns:p14="http://schemas.microsoft.com/office/powerpoint/2010/main" val="3855185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AB6D4-F2CF-2E4E-9412-E1266898E8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7F84FC-296D-324A-B2BE-D2690F289758}"/>
              </a:ext>
            </a:extLst>
          </p:cNvPr>
          <p:cNvSpPr>
            <a:spLocks noGrp="1"/>
          </p:cNvSpPr>
          <p:nvPr>
            <p:ph type="dt" sz="half" idx="10"/>
          </p:nvPr>
        </p:nvSpPr>
        <p:spPr/>
        <p:txBody>
          <a:bodyPr/>
          <a:lstStyle/>
          <a:p>
            <a:fld id="{48021603-59BD-8846-A088-9C765FD6318D}" type="datetimeFigureOut">
              <a:rPr lang="en-US" smtClean="0"/>
              <a:t>5/28/26</a:t>
            </a:fld>
            <a:endParaRPr lang="en-US"/>
          </a:p>
        </p:txBody>
      </p:sp>
      <p:sp>
        <p:nvSpPr>
          <p:cNvPr id="4" name="Footer Placeholder 3">
            <a:extLst>
              <a:ext uri="{FF2B5EF4-FFF2-40B4-BE49-F238E27FC236}">
                <a16:creationId xmlns:a16="http://schemas.microsoft.com/office/drawing/2014/main" id="{669FDD2B-7629-944A-8D11-68640A1908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0E74069-E1BA-3545-905E-B92DCF01237B}"/>
              </a:ext>
            </a:extLst>
          </p:cNvPr>
          <p:cNvSpPr>
            <a:spLocks noGrp="1"/>
          </p:cNvSpPr>
          <p:nvPr>
            <p:ph type="sldNum" sz="quarter" idx="12"/>
          </p:nvPr>
        </p:nvSpPr>
        <p:spPr/>
        <p:txBody>
          <a:bodyPr/>
          <a:lstStyle/>
          <a:p>
            <a:fld id="{98D7D0DD-FC68-794D-93D5-F3B7593169A1}" type="slidenum">
              <a:rPr lang="en-US" smtClean="0"/>
              <a:t>‹#›</a:t>
            </a:fld>
            <a:endParaRPr lang="en-US"/>
          </a:p>
        </p:txBody>
      </p:sp>
    </p:spTree>
    <p:extLst>
      <p:ext uri="{BB962C8B-B14F-4D97-AF65-F5344CB8AC3E}">
        <p14:creationId xmlns:p14="http://schemas.microsoft.com/office/powerpoint/2010/main" val="993074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EE6DB8-CE45-964B-A271-B4EDB6848509}"/>
              </a:ext>
            </a:extLst>
          </p:cNvPr>
          <p:cNvSpPr>
            <a:spLocks noGrp="1"/>
          </p:cNvSpPr>
          <p:nvPr>
            <p:ph type="dt" sz="half" idx="10"/>
          </p:nvPr>
        </p:nvSpPr>
        <p:spPr/>
        <p:txBody>
          <a:bodyPr/>
          <a:lstStyle/>
          <a:p>
            <a:fld id="{48021603-59BD-8846-A088-9C765FD6318D}" type="datetimeFigureOut">
              <a:rPr lang="en-US" smtClean="0"/>
              <a:t>5/28/26</a:t>
            </a:fld>
            <a:endParaRPr lang="en-US"/>
          </a:p>
        </p:txBody>
      </p:sp>
      <p:sp>
        <p:nvSpPr>
          <p:cNvPr id="3" name="Footer Placeholder 2">
            <a:extLst>
              <a:ext uri="{FF2B5EF4-FFF2-40B4-BE49-F238E27FC236}">
                <a16:creationId xmlns:a16="http://schemas.microsoft.com/office/drawing/2014/main" id="{FDA31E34-D73C-0B48-8F3A-542B29CB83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6278DEF-C68C-9C43-9F78-EB7351F97CCF}"/>
              </a:ext>
            </a:extLst>
          </p:cNvPr>
          <p:cNvSpPr>
            <a:spLocks noGrp="1"/>
          </p:cNvSpPr>
          <p:nvPr>
            <p:ph type="sldNum" sz="quarter" idx="12"/>
          </p:nvPr>
        </p:nvSpPr>
        <p:spPr/>
        <p:txBody>
          <a:bodyPr/>
          <a:lstStyle/>
          <a:p>
            <a:fld id="{98D7D0DD-FC68-794D-93D5-F3B7593169A1}" type="slidenum">
              <a:rPr lang="en-US" smtClean="0"/>
              <a:t>‹#›</a:t>
            </a:fld>
            <a:endParaRPr lang="en-US"/>
          </a:p>
        </p:txBody>
      </p:sp>
    </p:spTree>
    <p:extLst>
      <p:ext uri="{BB962C8B-B14F-4D97-AF65-F5344CB8AC3E}">
        <p14:creationId xmlns:p14="http://schemas.microsoft.com/office/powerpoint/2010/main" val="740950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49ABD-DC0B-074D-A942-6B952BA1D4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DCC6EE0-A148-EA48-969A-31DA0D288E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F823C2-F86D-744C-A436-F0937B77E3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47C9526-0408-1A4D-8CA7-C9FDCA283098}"/>
              </a:ext>
            </a:extLst>
          </p:cNvPr>
          <p:cNvSpPr>
            <a:spLocks noGrp="1"/>
          </p:cNvSpPr>
          <p:nvPr>
            <p:ph type="dt" sz="half" idx="10"/>
          </p:nvPr>
        </p:nvSpPr>
        <p:spPr/>
        <p:txBody>
          <a:bodyPr/>
          <a:lstStyle/>
          <a:p>
            <a:fld id="{48021603-59BD-8846-A088-9C765FD6318D}" type="datetimeFigureOut">
              <a:rPr lang="en-US" smtClean="0"/>
              <a:t>5/28/26</a:t>
            </a:fld>
            <a:endParaRPr lang="en-US"/>
          </a:p>
        </p:txBody>
      </p:sp>
      <p:sp>
        <p:nvSpPr>
          <p:cNvPr id="6" name="Footer Placeholder 5">
            <a:extLst>
              <a:ext uri="{FF2B5EF4-FFF2-40B4-BE49-F238E27FC236}">
                <a16:creationId xmlns:a16="http://schemas.microsoft.com/office/drawing/2014/main" id="{88BA4CD8-6884-844B-A93A-766389EF54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7C54C9-E8AA-A442-9CAA-646B70215007}"/>
              </a:ext>
            </a:extLst>
          </p:cNvPr>
          <p:cNvSpPr>
            <a:spLocks noGrp="1"/>
          </p:cNvSpPr>
          <p:nvPr>
            <p:ph type="sldNum" sz="quarter" idx="12"/>
          </p:nvPr>
        </p:nvSpPr>
        <p:spPr/>
        <p:txBody>
          <a:bodyPr/>
          <a:lstStyle/>
          <a:p>
            <a:fld id="{98D7D0DD-FC68-794D-93D5-F3B7593169A1}" type="slidenum">
              <a:rPr lang="en-US" smtClean="0"/>
              <a:t>‹#›</a:t>
            </a:fld>
            <a:endParaRPr lang="en-US"/>
          </a:p>
        </p:txBody>
      </p:sp>
    </p:spTree>
    <p:extLst>
      <p:ext uri="{BB962C8B-B14F-4D97-AF65-F5344CB8AC3E}">
        <p14:creationId xmlns:p14="http://schemas.microsoft.com/office/powerpoint/2010/main" val="1367478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D296C-8542-3347-AF95-F5E90493A8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0FE69E-2454-A34A-AAAF-F5A9D99C79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2F6520-4993-3149-9879-D496EA49A9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6E9442D-E5F1-B94B-8E7D-CB254617F8FE}"/>
              </a:ext>
            </a:extLst>
          </p:cNvPr>
          <p:cNvSpPr>
            <a:spLocks noGrp="1"/>
          </p:cNvSpPr>
          <p:nvPr>
            <p:ph type="dt" sz="half" idx="10"/>
          </p:nvPr>
        </p:nvSpPr>
        <p:spPr/>
        <p:txBody>
          <a:bodyPr/>
          <a:lstStyle/>
          <a:p>
            <a:fld id="{48021603-59BD-8846-A088-9C765FD6318D}" type="datetimeFigureOut">
              <a:rPr lang="en-US" smtClean="0"/>
              <a:t>5/28/26</a:t>
            </a:fld>
            <a:endParaRPr lang="en-US"/>
          </a:p>
        </p:txBody>
      </p:sp>
      <p:sp>
        <p:nvSpPr>
          <p:cNvPr id="6" name="Footer Placeholder 5">
            <a:extLst>
              <a:ext uri="{FF2B5EF4-FFF2-40B4-BE49-F238E27FC236}">
                <a16:creationId xmlns:a16="http://schemas.microsoft.com/office/drawing/2014/main" id="{1A7FA788-FAAD-084C-A04D-67091FC007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C7E06D-EFF7-F34B-B1E6-84312CD57A71}"/>
              </a:ext>
            </a:extLst>
          </p:cNvPr>
          <p:cNvSpPr>
            <a:spLocks noGrp="1"/>
          </p:cNvSpPr>
          <p:nvPr>
            <p:ph type="sldNum" sz="quarter" idx="12"/>
          </p:nvPr>
        </p:nvSpPr>
        <p:spPr/>
        <p:txBody>
          <a:bodyPr/>
          <a:lstStyle/>
          <a:p>
            <a:fld id="{98D7D0DD-FC68-794D-93D5-F3B7593169A1}" type="slidenum">
              <a:rPr lang="en-US" smtClean="0"/>
              <a:t>‹#›</a:t>
            </a:fld>
            <a:endParaRPr lang="en-US"/>
          </a:p>
        </p:txBody>
      </p:sp>
    </p:spTree>
    <p:extLst>
      <p:ext uri="{BB962C8B-B14F-4D97-AF65-F5344CB8AC3E}">
        <p14:creationId xmlns:p14="http://schemas.microsoft.com/office/powerpoint/2010/main" val="28999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4F884-A07A-4343-A384-FC8AB1B798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3AEC955-65D7-0D49-99D4-94AE83FCDBB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E9460C-43E1-794F-ACC5-783FAFC49AE8}"/>
              </a:ext>
            </a:extLst>
          </p:cNvPr>
          <p:cNvSpPr>
            <a:spLocks noGrp="1"/>
          </p:cNvSpPr>
          <p:nvPr>
            <p:ph type="dt" sz="half" idx="10"/>
          </p:nvPr>
        </p:nvSpPr>
        <p:spPr/>
        <p:txBody>
          <a:bodyPr/>
          <a:lstStyle/>
          <a:p>
            <a:fld id="{48021603-59BD-8846-A088-9C765FD6318D}" type="datetimeFigureOut">
              <a:rPr lang="en-US" smtClean="0"/>
              <a:t>5/28/26</a:t>
            </a:fld>
            <a:endParaRPr lang="en-US"/>
          </a:p>
        </p:txBody>
      </p:sp>
      <p:sp>
        <p:nvSpPr>
          <p:cNvPr id="5" name="Footer Placeholder 4">
            <a:extLst>
              <a:ext uri="{FF2B5EF4-FFF2-40B4-BE49-F238E27FC236}">
                <a16:creationId xmlns:a16="http://schemas.microsoft.com/office/drawing/2014/main" id="{1BF7FD65-BF8D-DD49-95F4-7CD43C42E1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94961B-6B28-FA4D-BAE6-2CB44CE2E7D1}"/>
              </a:ext>
            </a:extLst>
          </p:cNvPr>
          <p:cNvSpPr>
            <a:spLocks noGrp="1"/>
          </p:cNvSpPr>
          <p:nvPr>
            <p:ph type="sldNum" sz="quarter" idx="12"/>
          </p:nvPr>
        </p:nvSpPr>
        <p:spPr/>
        <p:txBody>
          <a:bodyPr/>
          <a:lstStyle/>
          <a:p>
            <a:fld id="{98D7D0DD-FC68-794D-93D5-F3B7593169A1}" type="slidenum">
              <a:rPr lang="en-US" smtClean="0"/>
              <a:t>‹#›</a:t>
            </a:fld>
            <a:endParaRPr lang="en-US"/>
          </a:p>
        </p:txBody>
      </p:sp>
    </p:spTree>
    <p:extLst>
      <p:ext uri="{BB962C8B-B14F-4D97-AF65-F5344CB8AC3E}">
        <p14:creationId xmlns:p14="http://schemas.microsoft.com/office/powerpoint/2010/main" val="3596844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FD186F-B4DB-794C-91DA-FC3A4B1BE8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C6E1CC-C208-4E44-8044-3C70015EE03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5ADDFA-7D28-2F41-8988-BD4194369588}"/>
              </a:ext>
            </a:extLst>
          </p:cNvPr>
          <p:cNvSpPr>
            <a:spLocks noGrp="1"/>
          </p:cNvSpPr>
          <p:nvPr>
            <p:ph type="dt" sz="half" idx="10"/>
          </p:nvPr>
        </p:nvSpPr>
        <p:spPr/>
        <p:txBody>
          <a:bodyPr/>
          <a:lstStyle/>
          <a:p>
            <a:fld id="{48021603-59BD-8846-A088-9C765FD6318D}" type="datetimeFigureOut">
              <a:rPr lang="en-US" smtClean="0"/>
              <a:t>5/28/26</a:t>
            </a:fld>
            <a:endParaRPr lang="en-US"/>
          </a:p>
        </p:txBody>
      </p:sp>
      <p:sp>
        <p:nvSpPr>
          <p:cNvPr id="5" name="Footer Placeholder 4">
            <a:extLst>
              <a:ext uri="{FF2B5EF4-FFF2-40B4-BE49-F238E27FC236}">
                <a16:creationId xmlns:a16="http://schemas.microsoft.com/office/drawing/2014/main" id="{297777D3-5EEA-FC4A-AE07-6DFF2CC37A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3138D9-5208-3D4D-8B3D-FEFD5F9368BA}"/>
              </a:ext>
            </a:extLst>
          </p:cNvPr>
          <p:cNvSpPr>
            <a:spLocks noGrp="1"/>
          </p:cNvSpPr>
          <p:nvPr>
            <p:ph type="sldNum" sz="quarter" idx="12"/>
          </p:nvPr>
        </p:nvSpPr>
        <p:spPr/>
        <p:txBody>
          <a:bodyPr/>
          <a:lstStyle/>
          <a:p>
            <a:fld id="{98D7D0DD-FC68-794D-93D5-F3B7593169A1}" type="slidenum">
              <a:rPr lang="en-US" smtClean="0"/>
              <a:t>‹#›</a:t>
            </a:fld>
            <a:endParaRPr lang="en-US"/>
          </a:p>
        </p:txBody>
      </p:sp>
    </p:spTree>
    <p:extLst>
      <p:ext uri="{BB962C8B-B14F-4D97-AF65-F5344CB8AC3E}">
        <p14:creationId xmlns:p14="http://schemas.microsoft.com/office/powerpoint/2010/main" val="2757706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901889-8E2C-2548-8379-6E8CE7456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764F08-7E9A-6541-9E17-767A5F859C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8267FD-C77F-814C-837D-1FCFF321FE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021603-59BD-8846-A088-9C765FD6318D}" type="datetimeFigureOut">
              <a:rPr lang="en-US" smtClean="0"/>
              <a:t>5/28/26</a:t>
            </a:fld>
            <a:endParaRPr lang="en-US"/>
          </a:p>
        </p:txBody>
      </p:sp>
      <p:sp>
        <p:nvSpPr>
          <p:cNvPr id="5" name="Footer Placeholder 4">
            <a:extLst>
              <a:ext uri="{FF2B5EF4-FFF2-40B4-BE49-F238E27FC236}">
                <a16:creationId xmlns:a16="http://schemas.microsoft.com/office/drawing/2014/main" id="{B654BC67-8CEA-AD41-BB1F-003438390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E628B51-1FB4-7842-A5B5-F8005A8A84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D7D0DD-FC68-794D-93D5-F3B7593169A1}" type="slidenum">
              <a:rPr lang="en-US" smtClean="0"/>
              <a:t>‹#›</a:t>
            </a:fld>
            <a:endParaRPr lang="en-US"/>
          </a:p>
        </p:txBody>
      </p:sp>
    </p:spTree>
    <p:extLst>
      <p:ext uri="{BB962C8B-B14F-4D97-AF65-F5344CB8AC3E}">
        <p14:creationId xmlns:p14="http://schemas.microsoft.com/office/powerpoint/2010/main" val="28623742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400D4-D69B-B546-B986-C6DD1AD475EA}"/>
              </a:ext>
            </a:extLst>
          </p:cNvPr>
          <p:cNvSpPr>
            <a:spLocks noGrp="1"/>
          </p:cNvSpPr>
          <p:nvPr>
            <p:ph type="ctrTitle"/>
          </p:nvPr>
        </p:nvSpPr>
        <p:spPr/>
        <p:txBody>
          <a:bodyPr/>
          <a:lstStyle/>
          <a:p>
            <a:r>
              <a:rPr lang="en-US" dirty="0"/>
              <a:t>Bible Study</a:t>
            </a:r>
            <a:br>
              <a:rPr lang="en-US" dirty="0"/>
            </a:br>
            <a:r>
              <a:rPr lang="en-US" dirty="0"/>
              <a:t>Titus 3</a:t>
            </a:r>
          </a:p>
        </p:txBody>
      </p:sp>
      <p:sp>
        <p:nvSpPr>
          <p:cNvPr id="3" name="Subtitle 2">
            <a:extLst>
              <a:ext uri="{FF2B5EF4-FFF2-40B4-BE49-F238E27FC236}">
                <a16:creationId xmlns:a16="http://schemas.microsoft.com/office/drawing/2014/main" id="{3C75F508-965B-2D49-8FB0-0C46FBCF36C4}"/>
              </a:ext>
            </a:extLst>
          </p:cNvPr>
          <p:cNvSpPr>
            <a:spLocks noGrp="1"/>
          </p:cNvSpPr>
          <p:nvPr>
            <p:ph type="subTitle" idx="1"/>
          </p:nvPr>
        </p:nvSpPr>
        <p:spPr/>
        <p:txBody>
          <a:bodyPr/>
          <a:lstStyle/>
          <a:p>
            <a:r>
              <a:rPr lang="en-US" b="1" dirty="0"/>
              <a:t>Saved in Order to Do Good</a:t>
            </a:r>
          </a:p>
          <a:p>
            <a:endParaRPr lang="en-US" dirty="0"/>
          </a:p>
        </p:txBody>
      </p:sp>
    </p:spTree>
    <p:extLst>
      <p:ext uri="{BB962C8B-B14F-4D97-AF65-F5344CB8AC3E}">
        <p14:creationId xmlns:p14="http://schemas.microsoft.com/office/powerpoint/2010/main" val="4154843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48630C-757B-6D4E-A171-586540EECA7C}"/>
              </a:ext>
            </a:extLst>
          </p:cNvPr>
          <p:cNvSpPr>
            <a:spLocks noGrp="1"/>
          </p:cNvSpPr>
          <p:nvPr>
            <p:ph idx="1"/>
          </p:nvPr>
        </p:nvSpPr>
        <p:spPr>
          <a:xfrm>
            <a:off x="0" y="0"/>
            <a:ext cx="12192000" cy="6858000"/>
          </a:xfrm>
        </p:spPr>
        <p:txBody>
          <a:bodyPr>
            <a:normAutofit fontScale="92500" lnSpcReduction="20000"/>
          </a:bodyPr>
          <a:lstStyle/>
          <a:p>
            <a:pPr marL="514350" indent="-514350">
              <a:buAutoNum type="arabicPeriod"/>
            </a:pPr>
            <a:r>
              <a:rPr lang="en-US" dirty="0"/>
              <a:t>What is Titus to remind people to do in </a:t>
            </a:r>
            <a:r>
              <a:rPr lang="en-US" dirty="0" err="1"/>
              <a:t>vss</a:t>
            </a:r>
            <a:r>
              <a:rPr lang="en-US" dirty="0"/>
              <a:t> 1-2? What are the 5 specific things mentioned? How are these things directly related to the Gospel stated in both 2:11-14 and 3:4-7? </a:t>
            </a:r>
          </a:p>
          <a:p>
            <a:pPr marL="514350" indent="-514350">
              <a:buAutoNum type="arabicPeriod"/>
            </a:pPr>
            <a:r>
              <a:rPr lang="en-US" dirty="0"/>
              <a:t>How are </a:t>
            </a:r>
            <a:r>
              <a:rPr lang="en-US" dirty="0" err="1"/>
              <a:t>vss</a:t>
            </a:r>
            <a:r>
              <a:rPr lang="en-US" dirty="0"/>
              <a:t> 1-2 directly related to verse 3, and what point do you think Paul is making? How does verse 3 directly lead into </a:t>
            </a:r>
            <a:r>
              <a:rPr lang="en-US" dirty="0" err="1"/>
              <a:t>vss</a:t>
            </a:r>
            <a:r>
              <a:rPr lang="en-US" dirty="0"/>
              <a:t> 4-7? What is the main theological truth of </a:t>
            </a:r>
            <a:r>
              <a:rPr lang="en-US" dirty="0" err="1"/>
              <a:t>vss</a:t>
            </a:r>
            <a:r>
              <a:rPr lang="en-US" dirty="0"/>
              <a:t> 1-8? </a:t>
            </a:r>
          </a:p>
          <a:p>
            <a:pPr marL="514350" indent="-514350">
              <a:buAutoNum type="arabicPeriod"/>
            </a:pPr>
            <a:r>
              <a:rPr lang="en-US" dirty="0"/>
              <a:t>What are the specific elements of the gospel in </a:t>
            </a:r>
            <a:r>
              <a:rPr lang="en-US" dirty="0" err="1"/>
              <a:t>vss</a:t>
            </a:r>
            <a:r>
              <a:rPr lang="en-US" dirty="0"/>
              <a:t> 4-7? What is included in these verses, but not mentioned in the 2 other declarations of the gospel in 1:2-3 and 2:11-14? </a:t>
            </a:r>
          </a:p>
          <a:p>
            <a:pPr marL="514350" indent="-514350">
              <a:buAutoNum type="arabicPeriod"/>
            </a:pPr>
            <a:r>
              <a:rPr lang="en-US" dirty="0"/>
              <a:t>How do </a:t>
            </a:r>
            <a:r>
              <a:rPr lang="en-US" dirty="0" err="1"/>
              <a:t>vss</a:t>
            </a:r>
            <a:r>
              <a:rPr lang="en-US" dirty="0"/>
              <a:t> 4-7 provide a more complete, extended expression of the purpose of the gospel? What is the main point of vs 8 and how does it express the whole theme of this epistle? </a:t>
            </a:r>
          </a:p>
          <a:p>
            <a:pPr marL="514350" indent="-514350">
              <a:buAutoNum type="arabicPeriod"/>
            </a:pPr>
            <a:r>
              <a:rPr lang="en-US" dirty="0"/>
              <a:t>What are </a:t>
            </a:r>
            <a:r>
              <a:rPr lang="en-US" dirty="0" err="1"/>
              <a:t>vss</a:t>
            </a:r>
            <a:r>
              <a:rPr lang="en-US" dirty="0"/>
              <a:t> 9-11 speaking about? What other verses are they directly connected to in Titus? What sin condemns these people? How is it different from what is usually considered sin? </a:t>
            </a:r>
          </a:p>
          <a:p>
            <a:pPr marL="514350" indent="-514350">
              <a:buAutoNum type="arabicPeriod"/>
            </a:pPr>
            <a:r>
              <a:rPr lang="en-US" dirty="0"/>
              <a:t>What is the essence or general idea of the closing in </a:t>
            </a:r>
            <a:r>
              <a:rPr lang="en-US" dirty="0" err="1"/>
              <a:t>vss</a:t>
            </a:r>
            <a:r>
              <a:rPr lang="en-US" dirty="0"/>
              <a:t> 12-15? What are specific, practical things mentioned in </a:t>
            </a:r>
            <a:r>
              <a:rPr lang="en-US" dirty="0" err="1"/>
              <a:t>vss</a:t>
            </a:r>
            <a:r>
              <a:rPr lang="en-US" dirty="0"/>
              <a:t> 12-15 that tie in directly with vs 8? </a:t>
            </a:r>
          </a:p>
          <a:p>
            <a:pPr marL="514350" indent="-514350">
              <a:buAutoNum type="arabicPeriod"/>
            </a:pPr>
            <a:r>
              <a:rPr lang="en-US" dirty="0"/>
              <a:t>Reviewing the epistle of Titus—what single truth has the Lord spoken and made known to you? What one practical truth are you able to take from Titus and put into practice in daily life? </a:t>
            </a:r>
          </a:p>
          <a:p>
            <a:pPr marL="0" indent="0">
              <a:buNone/>
            </a:pPr>
            <a:endParaRPr lang="en-US" dirty="0"/>
          </a:p>
        </p:txBody>
      </p:sp>
    </p:spTree>
    <p:extLst>
      <p:ext uri="{BB962C8B-B14F-4D97-AF65-F5344CB8AC3E}">
        <p14:creationId xmlns:p14="http://schemas.microsoft.com/office/powerpoint/2010/main" val="3648439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265</Words>
  <Application>Microsoft Macintosh PowerPoint</Application>
  <PresentationFormat>Widescreen</PresentationFormat>
  <Paragraphs>9</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Bible Study Titus 3</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Bible Study Titus 3</dc:title>
  <dc:creator>Evans Ngoge</dc:creator>
  <cp:lastModifiedBy>Evans Ngoge</cp:lastModifiedBy>
  <cp:revision>1</cp:revision>
  <dcterms:created xsi:type="dcterms:W3CDTF">2026-05-28T10:45:33Z</dcterms:created>
  <dcterms:modified xsi:type="dcterms:W3CDTF">2026-05-28T10:48:30Z</dcterms:modified>
</cp:coreProperties>
</file>