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3"/>
    <p:restoredTop sz="94626"/>
  </p:normalViewPr>
  <p:slideViewPr>
    <p:cSldViewPr snapToGrid="0" snapToObjects="1">
      <p:cViewPr varScale="1">
        <p:scale>
          <a:sx n="90" d="100"/>
          <a:sy n="90" d="100"/>
        </p:scale>
        <p:origin x="22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49553-0D90-C445-AB50-F0F52CE99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7C6BC0-57B0-8148-A00E-0D80CBBD0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4161E-86D3-9F43-91A6-FC03A661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C6CC6-7B9B-E94E-95DE-5B5C04477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AA4CE-5E60-1447-8A9D-C717049C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7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08A54-A4BC-4445-AB6D-B912D9CF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E56DD-7FBE-304D-B956-D7A833C94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DD185-DF93-8348-A8F7-D04EA873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B9C42-5604-0244-A994-9B92A044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4A38E-DDF8-124A-840E-D55D2CB43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1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C458-4E76-0A43-8B03-BCCC540C4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45279-7125-A147-814C-16C3E84E5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C3C0F-28C5-D144-9AD6-442096195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8CA9A-6221-454C-80D4-147C1B234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41842-A1BA-CA44-B92C-4CBCF71E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6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4F98B-55D6-5345-890B-29D4D08C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E24CC-878F-4F43-A437-C2F1E0CB8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DD4B2-ACBC-8B4B-9D92-9E3E226A8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40377-E178-A344-B436-F15E188B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1D5F7-714A-674B-8702-5F13EDE5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DA661-78D9-8E43-95A1-211D1757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3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3AFC-9EC4-8347-8ED7-466F7456A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3868F-79F1-AF42-96E4-5B30D001D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24EC6-9966-A440-9B7C-5076C8ECD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D890BB-C793-7C41-B5EB-950607732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69085-F85E-324C-A797-1D4F49A58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24D5C-AF53-B644-AF52-0519ADEF1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4853BE-0C95-A348-8768-5EE11B72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353AF-DDA1-E146-967B-F1E765F1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6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091C-C31D-A442-ABEE-4F890232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1C1CA-56E9-A24B-B653-948CB8DBC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DE0B2-5292-5D48-BC45-374E006D0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50057-068B-7946-9F3A-029F8E4A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18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ED4964-C857-9645-8CAA-6647E0CF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510D0-4E7A-F546-828E-2F34F558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3B968-2585-0E4F-9011-6FBE29E7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80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59E93-CA3F-7C4F-91CD-E86EBFFF6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DE34A-315C-074C-9E3A-973D12863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3E576-8928-A14F-A66D-ADD4BE3B2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AB2B2-6EC1-E443-8583-27AE183E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D97F9-645E-C24A-809E-60BDB1C9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C0984-7904-7F41-8104-C1C0CD19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01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0BB97-F25B-284D-A17D-DB7B48FA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CA5EA-8787-414A-BF86-10BE127100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3D711-86F4-3547-B72E-C60169B49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56EF1-3DB9-8A46-BC63-813B0660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93FD1-5006-704E-A394-304EA5B82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60261-426B-6044-8D33-B54FE5391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9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BD680-3639-724D-BEAB-0E25BA24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4A71AE-369E-C242-ABA0-614997549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53E88-258A-F343-B197-E91777EBE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94044-4127-0B41-B1CF-B5E43A63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EB655-6EAA-E340-B05E-B9F5D5BC1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2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6F3133-F34E-BE4B-91CB-A5E05A572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44F98-6058-1040-8BBB-5A4F87B3A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B28DC-5514-AE42-834B-F7E058D80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EE14-B2EB-7F44-8D9B-67B425B35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9D899-E79E-084A-8A10-26D39414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61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342479-CA1C-CC47-A238-123D139F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43B62-0A50-F34A-993B-12383F6CE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007EF-D21D-2C44-BC85-DC6551316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38666-8B24-F847-80CC-E78AE61C122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D44D9-F153-6943-B33A-41DE88E0A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51876-C5E4-4D44-8FEF-711C8B642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C400B-9C8D-A841-A521-E9DDA90C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8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1376-70E5-234E-9435-D719929AAE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 Kings 19:1-9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70D93-F65D-AB44-9F9C-4D08A224C1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Crisis Management</a:t>
            </a:r>
          </a:p>
        </p:txBody>
      </p:sp>
    </p:spTree>
    <p:extLst>
      <p:ext uri="{BB962C8B-B14F-4D97-AF65-F5344CB8AC3E}">
        <p14:creationId xmlns:p14="http://schemas.microsoft.com/office/powerpoint/2010/main" val="324219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E18A4-4D6F-9B41-B7EE-68A1EF83D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Ahab told Jezebel everything Elijah had done and how he had killed all the prophets with the sword. </a:t>
            </a:r>
            <a:r>
              <a:rPr lang="en-US" b="1" baseline="30000" dirty="0"/>
              <a:t>2 </a:t>
            </a:r>
            <a:r>
              <a:rPr lang="en-US" dirty="0"/>
              <a:t>So Jezebel sent a messenger to Elijah to say, “May the gods deal with me, be it ever so severely, if by this time tomorrow I do not make your life like that of one of them.”</a:t>
            </a:r>
          </a:p>
          <a:p>
            <a:pPr marL="0" indent="0">
              <a:buNone/>
            </a:pPr>
            <a:r>
              <a:rPr lang="en-US" b="1" baseline="30000" dirty="0"/>
              <a:t>3 </a:t>
            </a:r>
            <a:r>
              <a:rPr lang="en-US" dirty="0"/>
              <a:t>Elijah was afraid and ran for his life. When he came to Beersheba in Judah, he left his servant there, </a:t>
            </a:r>
            <a:r>
              <a:rPr lang="en-US" b="1" baseline="30000" dirty="0"/>
              <a:t>4 </a:t>
            </a:r>
            <a:r>
              <a:rPr lang="en-US" dirty="0"/>
              <a:t>while he himself went a day’s journey into the wilderness. He came to a broom bush, sat down under it and prayed that he might die. “I have had enough, </a:t>
            </a:r>
            <a:r>
              <a:rPr lang="en-US" cap="small" dirty="0"/>
              <a:t>Lord</a:t>
            </a:r>
            <a:r>
              <a:rPr lang="en-US" dirty="0"/>
              <a:t>,” he said. “Take my life; I am no better than my ancestors.” </a:t>
            </a:r>
            <a:r>
              <a:rPr lang="en-US" b="1" baseline="30000" dirty="0"/>
              <a:t>5 </a:t>
            </a:r>
            <a:r>
              <a:rPr lang="en-US" dirty="0"/>
              <a:t>Then he lay down under the bush and fell asleep.</a:t>
            </a:r>
          </a:p>
          <a:p>
            <a:pPr marL="0" indent="0">
              <a:buNone/>
            </a:pPr>
            <a:r>
              <a:rPr lang="en-US" dirty="0"/>
              <a:t>All at once an angel touched him and said, “Get up and eat.” </a:t>
            </a:r>
            <a:r>
              <a:rPr lang="en-US" b="1" baseline="30000" dirty="0"/>
              <a:t>6 </a:t>
            </a:r>
            <a:r>
              <a:rPr lang="en-US" dirty="0"/>
              <a:t>He looked around, and there by his head was some bread baked over hot coals, and a jar of water. He ate and drank and then lay down again.</a:t>
            </a:r>
          </a:p>
          <a:p>
            <a:pPr marL="0" indent="0">
              <a:buNone/>
            </a:pPr>
            <a:r>
              <a:rPr lang="en-US" b="1" baseline="30000" dirty="0"/>
              <a:t>7 </a:t>
            </a:r>
            <a:r>
              <a:rPr lang="en-US" dirty="0"/>
              <a:t>The angel of the </a:t>
            </a:r>
            <a:r>
              <a:rPr lang="en-US" cap="small" dirty="0"/>
              <a:t>Lord</a:t>
            </a:r>
            <a:r>
              <a:rPr lang="en-US" dirty="0"/>
              <a:t> came back a second time and touched him and said, “Get up and eat, for the journey is too much for you.” </a:t>
            </a:r>
            <a:r>
              <a:rPr lang="en-US" b="1" baseline="30000" dirty="0"/>
              <a:t>8 </a:t>
            </a:r>
            <a:r>
              <a:rPr lang="en-US" dirty="0"/>
              <a:t>So he got up and ate and drank. Strengthened by that food, he traveled forty days and forty nights until he reached Horeb, the mountain of God. </a:t>
            </a:r>
            <a:r>
              <a:rPr lang="en-US" b="1" baseline="30000" dirty="0"/>
              <a:t>9 </a:t>
            </a:r>
            <a:r>
              <a:rPr lang="en-US" dirty="0"/>
              <a:t>There he went into a cave and spent the night.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31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3BE59-4929-B643-98AE-188EAEF0B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Even The Strongest can Experience Severe Discouragement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57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BFD87-AF92-7B45-9741-36AC55A8B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b="1" dirty="0"/>
              <a:t>Divine assignment, divine comfort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995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B209C-42EB-5245-B714-B91A2E8CC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Divine assignment, divine Sustenance</a:t>
            </a:r>
          </a:p>
        </p:txBody>
      </p:sp>
    </p:spTree>
    <p:extLst>
      <p:ext uri="{BB962C8B-B14F-4D97-AF65-F5344CB8AC3E}">
        <p14:creationId xmlns:p14="http://schemas.microsoft.com/office/powerpoint/2010/main" val="1714214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331</Words>
  <Application>Microsoft Macintosh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1 Kings 19:1-9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Kings 19:1-9</dc:title>
  <dc:creator>Evans Ngoge</dc:creator>
  <cp:lastModifiedBy>Evans Ngoge</cp:lastModifiedBy>
  <cp:revision>5</cp:revision>
  <dcterms:created xsi:type="dcterms:W3CDTF">2026-06-20T19:18:57Z</dcterms:created>
  <dcterms:modified xsi:type="dcterms:W3CDTF">2026-06-20T19:44:35Z</dcterms:modified>
</cp:coreProperties>
</file>